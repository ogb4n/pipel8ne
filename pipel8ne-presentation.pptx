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26080" y="-1371600"/>
            <a:ext cx="4114800" cy="41148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pipel8ne</a:t>
            </a:r>
            <a:endParaRPr lang="en-US" sz="72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88920"/>
            <a:ext cx="4572000" cy="457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visuel de pipelines CI/CD — Auto-hébergé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1371600" y="4206240"/>
            <a:ext cx="969264" cy="246888"/>
          </a:xfrm>
          <a:prstGeom prst="roundRect">
            <a:avLst>
              <a:gd name="adj" fmla="val 18519"/>
            </a:avLst>
          </a:prstGeom>
          <a:solidFill>
            <a:srgbClr val="4C1D9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371600" y="4224528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React 19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2743200" y="4206240"/>
            <a:ext cx="1143000" cy="246888"/>
          </a:xfrm>
          <a:prstGeom prst="roundRect">
            <a:avLst>
              <a:gd name="adj" fmla="val 18519"/>
            </a:avLst>
          </a:prstGeom>
          <a:solidFill>
            <a:srgbClr val="4C1D9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743200" y="42245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TypeScript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114800" y="4206240"/>
            <a:ext cx="882396" cy="246888"/>
          </a:xfrm>
          <a:prstGeom prst="roundRect">
            <a:avLst>
              <a:gd name="adj" fmla="val 18519"/>
            </a:avLst>
          </a:prstGeom>
          <a:solidFill>
            <a:srgbClr val="4C1D9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114800" y="4224528"/>
            <a:ext cx="8823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Fastify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486400" y="4206240"/>
            <a:ext cx="882396" cy="246888"/>
          </a:xfrm>
          <a:prstGeom prst="roundRect">
            <a:avLst>
              <a:gd name="adj" fmla="val 18519"/>
            </a:avLst>
          </a:prstGeom>
          <a:solidFill>
            <a:srgbClr val="4C1D9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86400" y="4224528"/>
            <a:ext cx="8823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MongoDB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858000" y="4206240"/>
            <a:ext cx="795528" cy="246888"/>
          </a:xfrm>
          <a:prstGeom prst="roundRect">
            <a:avLst>
              <a:gd name="adj" fmla="val 18519"/>
            </a:avLst>
          </a:prstGeom>
          <a:solidFill>
            <a:srgbClr val="4C1D9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58000" y="4224528"/>
            <a:ext cx="795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Docker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486400" y="4663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3F46"/>
                </a:solidFill>
              </a:rPr>
              <a:t>Présentation technique —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365760" y="109728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complexe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48640" y="1481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dizaines de lignes de config pour 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pipeline de déploiement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365760" y="2286000"/>
            <a:ext cx="4114800" cy="100584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65760" y="228600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4864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retour visuel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26700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voir la structure du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sans l'exécuter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65760" y="347472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4864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silencieuses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3858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Fautes de syntaxe ou jobs 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ordonnés découverts à l'exécution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09090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solidFill>
            <a:srgbClr val="27272A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93776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.github/workflows/deploy.yml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937760" y="13716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 to Production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4E4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ubuntu-latest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actions/checkout@v4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Install dependencies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npm ci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npm run build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projet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4C1D95">
              <a:alpha val="4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des pipelines CI/CD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visuellement, sans écrire une seule ligne de YAML.</a:t>
            </a:r>
            <a:endParaRPr lang="en-US" sz="1700" dirty="0"/>
          </a:p>
        </p:txBody>
      </p:sp>
      <p:sp>
        <p:nvSpPr>
          <p:cNvPr id="8" name="Shape 3"/>
          <p:cNvSpPr/>
          <p:nvPr/>
        </p:nvSpPr>
        <p:spPr>
          <a:xfrm>
            <a:off x="365760" y="2468880"/>
            <a:ext cx="2651760" cy="228600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365760" y="2468880"/>
            <a:ext cx="26517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651760"/>
            <a:ext cx="50292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720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no-code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5720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de stages, jobs et steps avec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temps réel du graphe de dépendances.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3200400" y="2468880"/>
            <a:ext cx="2651760" cy="228600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3200400" y="2468880"/>
            <a:ext cx="26517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651760"/>
            <a:ext cx="502920" cy="5029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9184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multi-plateforme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329184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YAML pour GitHub Actions,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CI, Azure DevOps et plus.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6035040" y="2468880"/>
            <a:ext cx="2651760" cy="228600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035040" y="2468880"/>
            <a:ext cx="26517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651760"/>
            <a:ext cx="502920" cy="5029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264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Auto-hébergé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126480" y="35661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Déployable sur n'importe quel serveur via Docker.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maîtrisées, zéro vendor lock-in.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1005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dominé par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configuration manuelle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457200" y="1920240"/>
            <a:ext cx="4023360" cy="77724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548640" y="21031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296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GitLab CI / Jenkins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822960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config-first, courbe d'apprentissage élevée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57200" y="2834640"/>
            <a:ext cx="4023360" cy="77724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30175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296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Pipedream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2296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Visual-first mais pour l'automatisation, pas CI/CD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3749040"/>
            <a:ext cx="4023360" cy="77724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3931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2960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Codefresh / Harness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2296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CI/CD mais SaaS, coûteux, vendor lock-in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46320" y="960120"/>
            <a:ext cx="3931920" cy="3840480"/>
          </a:xfrm>
          <a:prstGeom prst="rect">
            <a:avLst/>
          </a:prstGeom>
          <a:solidFill>
            <a:srgbClr val="09090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960120"/>
            <a:ext cx="393192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pipel8ne se positionne comme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937760" y="1508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solution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auto-hébergée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visuelle pour CI/CD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606040"/>
            <a:ext cx="3017520" cy="3657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029200" y="278892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25780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DevOps cherchant simplicité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029200" y="3172968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25780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sans expertise YAML avancée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029200" y="3557016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57800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open-source self-hosted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029200" y="3941064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257800" y="3895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aux SaaS coûteux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20040" y="1005840"/>
            <a:ext cx="2651760" cy="17373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02920" y="1170432"/>
            <a:ext cx="411480" cy="4114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188720"/>
            <a:ext cx="365760" cy="3657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05840" y="1188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drag-and-drop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457200" y="16642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visuelle du graphe 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via React Flow. Connexion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nœuds par glisser-déposer.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3200400" y="1005840"/>
            <a:ext cx="2651760" cy="17373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3383280" y="1170432"/>
            <a:ext cx="411480" cy="4114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118872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86200" y="1188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Stage/Job/Step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3337560" y="16642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en 3 niveaux respectant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conventions CI/CD modernes.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temps réel.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6080760" y="1005840"/>
            <a:ext cx="2651760" cy="17373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6263640" y="1170432"/>
            <a:ext cx="411480" cy="4114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1188720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66560" y="1188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YAML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6217920" y="16642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fichier de configuration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plateforme cible. Multi-format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extensible.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320040" y="2926080"/>
            <a:ext cx="2651760" cy="17373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502920" y="3090672"/>
            <a:ext cx="411480" cy="4114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10896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05840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credentials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457200" y="35844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chiffré des secrets.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par projet avec contrôle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d'accès par rôle.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3200400" y="2926080"/>
            <a:ext cx="2651760" cy="17373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3383280" y="3090672"/>
            <a:ext cx="411480" cy="4114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3108960"/>
            <a:ext cx="365760" cy="36576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886200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projets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3337560" y="35844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multi-projets avec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et permissions.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centralisé.</a:t>
            </a:r>
            <a:endParaRPr lang="en-US" sz="950" dirty="0"/>
          </a:p>
        </p:txBody>
      </p:sp>
      <p:sp>
        <p:nvSpPr>
          <p:cNvPr id="31" name="Shape 21"/>
          <p:cNvSpPr/>
          <p:nvPr/>
        </p:nvSpPr>
        <p:spPr>
          <a:xfrm>
            <a:off x="6080760" y="2926080"/>
            <a:ext cx="2651760" cy="173736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263640" y="3090672"/>
            <a:ext cx="411480" cy="41148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1928" y="3108960"/>
            <a:ext cx="365760" cy="36576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766560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sécurisée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6217920" y="35844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 tokens.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persistantes 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révocation à la demande.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96012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hexagonale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60120"/>
            <a:ext cx="5212080" cy="32004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760720" y="1005840"/>
            <a:ext cx="3017520" cy="11430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5760720" y="1005840"/>
            <a:ext cx="4572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5897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Domain-first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5897880" y="1417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dépendance externe dans 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métier. Testable en isolation.</a:t>
            </a: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5760720" y="2377440"/>
            <a:ext cx="3017520" cy="11430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760720" y="2377440"/>
            <a:ext cx="4572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89788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897880" y="2788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(ports) définies dans le Domain,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implémentées dans l'Infrastructure.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760720" y="3749040"/>
            <a:ext cx="3017520" cy="114300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760720" y="3749040"/>
            <a:ext cx="4572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8978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unidirectionnel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897880" y="4160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→ Domain ← Infrastructure.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dans le sens inverse.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Domain ne connaît pas l'Infrastructure.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F3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L'Infrastructure ne connaît pas l'Application.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Repository &amp; Ports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05840"/>
            <a:ext cx="8412480" cy="36576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totale entre l'interface (contrat) et l'implémentation concrète (Mongoose).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 dépendances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60120"/>
            <a:ext cx="5029200" cy="329184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5577840" y="1005840"/>
            <a:ext cx="3200400" cy="118872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5577840" y="1005840"/>
            <a:ext cx="45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571500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5715000" y="1417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déclare ses dépendances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paramètres de constructeur.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d'instantiation dans les routes.</a:t>
            </a: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5577840" y="2377440"/>
            <a:ext cx="3200400" cy="118872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577840" y="2377440"/>
            <a:ext cx="45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71500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Root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571500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container.ts est le seul endroit où l'on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instancie les repositories et services.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unique pour la DI.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577840" y="3749040"/>
            <a:ext cx="3200400" cy="118872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577840" y="3749040"/>
            <a:ext cx="45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71500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Fastify decorators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715000" y="4160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services sont exposés via app.decorate()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disponibles dans tous les handlers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app.userService.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frontend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14400"/>
            <a:ext cx="8503920" cy="35204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320040" y="44805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000" dirty="0"/>
          </a:p>
        </p:txBody>
      </p:sp>
      <p:sp>
        <p:nvSpPr>
          <p:cNvPr id="8" name="Text 2"/>
          <p:cNvSpPr/>
          <p:nvPr/>
        </p:nvSpPr>
        <p:spPr>
          <a:xfrm>
            <a:off x="320040" y="4736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global (auth, thème) sans prop drilling.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AuthContext: user courant, token, login/logout.</a:t>
            </a:r>
            <a:endParaRPr lang="en-US" sz="850" dirty="0"/>
          </a:p>
        </p:txBody>
      </p:sp>
      <p:sp>
        <p:nvSpPr>
          <p:cNvPr id="9" name="Text 3"/>
          <p:cNvSpPr/>
          <p:nvPr/>
        </p:nvSpPr>
        <p:spPr>
          <a:xfrm>
            <a:off x="3154680" y="44805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3154680" y="4736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usePipeline encapsule la logique de l'éditeur: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nœuds, edges et callbacks React Flow.</a:t>
            </a: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5989320" y="448056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989320" y="4736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Api/client.ts centralise les appels HTTP.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composants UI / transport réseau.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Credentials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65760" y="1051560"/>
            <a:ext cx="1920240" cy="118872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365760" y="1051560"/>
            <a:ext cx="1920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3657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657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2468880" y="1051560"/>
            <a:ext cx="1920240" cy="118872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2468880" y="1051560"/>
            <a:ext cx="1920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46888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AES-256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24688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des secrets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0" y="1051560"/>
            <a:ext cx="1920240" cy="118872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72000" y="1051560"/>
            <a:ext cx="1920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Argon2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57200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675120" y="1051560"/>
            <a:ext cx="1920240" cy="118872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75120" y="1051560"/>
            <a:ext cx="1920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7512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HTTP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67512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Domain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2468880"/>
            <a:ext cx="4114800" cy="2423160"/>
          </a:xfrm>
          <a:prstGeom prst="rect">
            <a:avLst/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65760" y="2468880"/>
            <a:ext cx="45720" cy="24231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920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tokens JWT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2920" y="28803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court (15 min) — transmis en Authorization header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long (7j) — stocké en cookie HttpOnly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automatique à chaque renouvellement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Révocation possible côté serveur (blacklist)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54880" y="2468880"/>
            <a:ext cx="4114800" cy="2423160"/>
          </a:xfrm>
          <a:prstGeom prst="rect">
            <a:avLst/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754880" y="2468880"/>
            <a:ext cx="45720" cy="24231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92040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des credentials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892040" y="28803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SecretsService utilise AES-256-GCM (authenticated encryption)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unique par chiffrement — résistance aux attaques replay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dérivée de APP_SECRET via l'environnement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Déchiffrement uniquement au moment de l'utilisation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8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2743200" cy="36576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60120"/>
            <a:ext cx="8412480" cy="338328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457200" y="4453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priorité  ·  Intégrations GitHub/GitLab/Azure DevOps  ·  Sync directe de dépôt  ·  Triggers webhook  ·  Nouveaux types de steps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pipel8ne — Présentation technique</dc:title>
  <dc:subject>PptxGenJS Presentation</dc:subject>
  <dc:creator>PptxGenJS</dc:creator>
  <cp:lastModifiedBy>PptxGenJS</cp:lastModifiedBy>
  <cp:revision>1</cp:revision>
  <dcterms:created xsi:type="dcterms:W3CDTF">2026-03-22T13:32:29Z</dcterms:created>
  <dcterms:modified xsi:type="dcterms:W3CDTF">2026-03-22T13:32:29Z</dcterms:modified>
</cp:coreProperties>
</file>